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858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E-commerce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6858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E0E7FF"/>
                </a:solidFill>
              </a:rPr>
              <a:t>Analytics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807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Generated May 28,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194560"/>
            <a:ext cx="34747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KPIs · Insights · Visualisations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What's Inside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64592" cy="502920"/>
          </a:xfrm>
          <a:prstGeom prst="rect">
            <a:avLst/>
          </a:prstGeom>
          <a:solidFill>
            <a:srgbClr val="504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11827"/>
                </a:solidFill>
              </a:rPr>
              <a:t>Key performance indicators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164592" cy="502920"/>
          </a:xfrm>
          <a:prstGeom prst="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11827"/>
                </a:solidFill>
              </a:rPr>
              <a:t>Executive summary and business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20439"/>
            <a:ext cx="164592" cy="502920"/>
          </a:xfrm>
          <a:prstGeom prst="rect">
            <a:avLst/>
          </a:prstGeom>
          <a:solidFill>
            <a:srgbClr val="E3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7472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11827"/>
                </a:solidFill>
              </a:rPr>
              <a:t>Trend and category visualisations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164592" cy="502920"/>
          </a:xfrm>
          <a:prstGeom prst="rect">
            <a:avLst/>
          </a:prstGeom>
          <a:solidFill>
            <a:srgbClr val="E746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11827"/>
                </a:solidFill>
              </a:rPr>
              <a:t>Domain focus: E-commerce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Key Performance Indicators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2606040" cy="109728"/>
          </a:xfrm>
          <a:prstGeom prst="rect">
            <a:avLst/>
          </a:prstGeom>
          <a:solidFill>
            <a:srgbClr val="504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27048"/>
            <a:ext cx="2606040" cy="1307592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618488"/>
            <a:ext cx="23865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Total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075688"/>
            <a:ext cx="238658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046E4"/>
                </a:solidFill>
              </a:rPr>
              <a:t>\.4K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Key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109728" cy="685800"/>
          </a:xfrm>
          <a:prstGeom prst="rect">
            <a:avLst/>
          </a:prstGeom>
          <a:solidFill>
            <a:srgbClr val="504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</a:rPr>
              <a:t>Test summary.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1133856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Test summary.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504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Test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54406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09728" cy="5440680"/>
          </a:xfrm>
          <a:prstGeom prst="rect">
            <a:avLst/>
          </a:prstGeom>
          <a:solidFill>
            <a:srgbClr val="504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5568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E0E7FF"/>
                </a:solidFill>
              </a:rPr>
              <a:t>E-commerce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Questions? Review the full dashboard or export additional formats.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