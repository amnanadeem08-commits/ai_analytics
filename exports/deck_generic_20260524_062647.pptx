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General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7D2FE"/>
                </a:solidFill>
              </a:rPr>
              <a:t>Analytics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FC"/>
                </a:solidFill>
              </a:rPr>
              <a:t>Generated May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Total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1,200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399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15.93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Daily Social Media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4.54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Sleep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6.45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Screen Time Before Sleep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1.74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399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39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Academic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39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2.99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Physical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1.01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Stress Level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5.45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Executive Summary (AI offline — statistical summary)
- Total Records: 1,200
- Avg Age: 15.93
- Avg Daily Social Media Hours: 4.54
- Avg Sleep Hours: 6.45
- Avg Screen Time Before Sleep: 1.74
- Avg Academic Performance: 2.99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Stress Level Over Time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Anxiety Level Over Time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Stress Level by Gender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Stress Level by Platform Usage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