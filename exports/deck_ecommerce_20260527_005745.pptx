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04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E-commerce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C7D2FE"/>
                </a:solidFill>
              </a:rPr>
              <a:t>Analytics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5B4FC"/>
                </a:solidFill>
              </a:rPr>
              <a:t>Generated May 27,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04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Key Performance Indicators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2560320" cy="137160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Total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046E4"/>
                </a:solidFill>
              </a:rPr>
              <a:t>5,000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399" y="1280160"/>
            <a:ext cx="2560320" cy="137160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39" y="137160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Avg Order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39" y="182880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046E4"/>
                </a:solidFill>
              </a:rPr>
              <a:t>$538.4K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280160"/>
            <a:ext cx="2560320" cy="137160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79" y="137160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Avg 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79" y="182880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046E4"/>
                </a:solidFill>
              </a:rPr>
              <a:t>48.16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1280160"/>
            <a:ext cx="2560320" cy="137160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19" y="137160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Avg Total Orders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19" y="182880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046E4"/>
                </a:solidFill>
              </a:rPr>
              <a:t>10.03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26080"/>
            <a:ext cx="2560320" cy="137160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01752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Avg Last Purchase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7472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046E4"/>
                </a:solidFill>
              </a:rPr>
              <a:t>180.07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399" y="2926080"/>
            <a:ext cx="2560320" cy="137160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39" y="301752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Avg Is Fraudulent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39" y="347472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046E4"/>
                </a:solidFill>
              </a:rPr>
              <a:t>0.03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2926080"/>
            <a:ext cx="2560320" cy="137160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79" y="301752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Avg Email Open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79" y="347472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046E4"/>
                </a:solidFill>
              </a:rPr>
              <a:t>50.73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9680" y="2926080"/>
            <a:ext cx="2560320" cy="1371600"/>
          </a:xfrm>
          <a:prstGeom prst="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19" y="301752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Avg Loyalty 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19" y="347472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046E4"/>
                </a:solidFill>
              </a:rPr>
              <a:t>50.04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04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</a:rPr>
              <a:t>Executive Summary (AI offline — statistical summary)
- Total Records: 5,000
- Avg Order Value: $538.4K
- Avg Age: 48.16
- Avg Total Orders: 10.03
- Avg Last Purchase: 180.07
- Avg Is Fraudulent: 0.03
Trends:
- Age is trending up (+1.5% over period, R²=0.00)
- Avg Order Value is trending down (-2.4% over period, R²=0.00)
- Total Orders is trending up (+1.1% over period, R²=0.00)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04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Avg Order Value Over Time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11430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04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Last Purchase Over Time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11430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04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Avg Order Value by Gender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11430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04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Avg Order Value by Country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11430000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